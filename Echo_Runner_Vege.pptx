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1" r:id="rId2"/>
    <p:sldId id="256" r:id="rId3"/>
    <p:sldId id="264" r:id="rId4"/>
    <p:sldId id="273" r:id="rId5"/>
    <p:sldId id="274" r:id="rId6"/>
    <p:sldId id="287" r:id="rId7"/>
    <p:sldId id="288" r:id="rId8"/>
    <p:sldId id="290" r:id="rId9"/>
    <p:sldId id="289" r:id="rId10"/>
    <p:sldId id="291" r:id="rId11"/>
    <p:sldId id="297" r:id="rId12"/>
    <p:sldId id="282" r:id="rId13"/>
    <p:sldId id="286" r:id="rId14"/>
    <p:sldId id="276" r:id="rId15"/>
    <p:sldId id="278" r:id="rId16"/>
    <p:sldId id="292" r:id="rId17"/>
    <p:sldId id="293" r:id="rId18"/>
    <p:sldId id="294" r:id="rId19"/>
    <p:sldId id="295" r:id="rId20"/>
    <p:sldId id="296" r:id="rId21"/>
    <p:sldId id="280" r:id="rId22"/>
    <p:sldId id="29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0F754-CB7E-42E3-94A4-D93153F68F53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69EAD-0DDE-4E1B-B3CA-04C53D2825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20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7704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1344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2196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2374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8082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4407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91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2677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2985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1948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5431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69EAD-0DDE-4E1B-B3CA-04C53D282580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06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84514" y="2756464"/>
            <a:ext cx="3578094" cy="2121205"/>
          </a:xfrm>
        </p:spPr>
        <p:txBody>
          <a:bodyPr anchor="t">
            <a:normAutofit fontScale="90000"/>
          </a:bodyPr>
          <a:lstStyle/>
          <a:p>
            <a:pPr algn="l"/>
            <a:r>
              <a:rPr lang="hu-HU" sz="22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  <a:ea typeface="+mj-lt"/>
                <a:cs typeface="+mj-lt"/>
              </a:rPr>
              <a:t>Szoftverfejlesztő és -tesztelő</a:t>
            </a:r>
            <a:br>
              <a:rPr lang="hu-HU" sz="22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  <a:ea typeface="+mj-lt"/>
                <a:cs typeface="+mj-lt"/>
              </a:rPr>
            </a:br>
            <a:r>
              <a:rPr lang="hu-HU" sz="2400" b="1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FF"/>
                </a:highlight>
                <a:ea typeface="+mj-lt"/>
                <a:cs typeface="+mj-lt"/>
              </a:rPr>
              <a:t>5 0613 12 03</a:t>
            </a:r>
            <a:br>
              <a:rPr lang="hu-HU" sz="2400" b="1" dirty="0">
                <a:solidFill>
                  <a:srgbClr val="0A0A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FF"/>
                </a:highlight>
                <a:latin typeface="Calibri"/>
                <a:ea typeface="+mj-lt"/>
                <a:cs typeface="+mj-lt"/>
              </a:rPr>
            </a:br>
            <a:br>
              <a:rPr lang="hu-H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  <a:ea typeface="+mj-lt"/>
                <a:cs typeface="+mj-lt"/>
              </a:rPr>
            </a:br>
            <a:r>
              <a:rPr lang="hu-HU" sz="22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/>
                <a:ea typeface="+mj-lt"/>
                <a:cs typeface="+mj-lt"/>
              </a:rPr>
              <a:t>PROJEKT DOKUMENTÁCIÓ</a:t>
            </a:r>
            <a:endParaRPr lang="hu-HU" sz="22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  <a:cs typeface="Times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-4116" y="-2639"/>
            <a:ext cx="3167429" cy="721670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hu-HU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Debreceni SZC Beregszászi Pál Technikum és Kollégium 4032 Debrecen, Jerikó utca 17. </a:t>
            </a:r>
            <a:endParaRPr lang="hu-HU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pic>
        <p:nvPicPr>
          <p:cNvPr id="5" name="Kép 4" descr="A képen szöveg, Grafika, embléma, rajzfilm látható&#10;&#10;Lehet, hogy az AI által létrehozott tartalom helytelen.">
            <a:extLst>
              <a:ext uri="{FF2B5EF4-FFF2-40B4-BE49-F238E27FC236}">
                <a16:creationId xmlns:a16="http://schemas.microsoft.com/office/drawing/2014/main" id="{BB8278F4-9270-FDB4-6A19-B8CC0A0E5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446" y="230259"/>
            <a:ext cx="4103239" cy="3952749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19209A8-76BB-F640-AC13-0141E7B865C8}"/>
              </a:ext>
            </a:extLst>
          </p:cNvPr>
          <p:cNvSpPr txBox="1"/>
          <p:nvPr/>
        </p:nvSpPr>
        <p:spPr>
          <a:xfrm>
            <a:off x="5077753" y="4441043"/>
            <a:ext cx="3455299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Dokumentáció készítői: </a:t>
            </a:r>
            <a:r>
              <a:rPr lang="hu-HU" sz="135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Rohoska</a:t>
            </a:r>
            <a:r>
              <a:rPr lang="hu-HU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 Dominik, Szilágyi Bence, </a:t>
            </a:r>
            <a:r>
              <a:rPr lang="hu-HU" sz="135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Topcsiov</a:t>
            </a:r>
            <a:r>
              <a:rPr lang="hu-HU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 Zoltán Alex</a:t>
            </a:r>
            <a:endParaRPr lang="hu-HU" sz="13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ea typeface="+mn-lt"/>
              <a:cs typeface="Times New Roman"/>
            </a:endParaRPr>
          </a:p>
          <a:p>
            <a:r>
              <a:rPr lang="hu-HU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+mn-lt"/>
                <a:cs typeface="+mn-lt"/>
              </a:rPr>
              <a:t>Osztály: 13/C</a:t>
            </a:r>
            <a:endParaRPr lang="hu-HU" sz="13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C04E351-E10F-F9A5-48F6-CDD676C17209}"/>
              </a:ext>
            </a:extLst>
          </p:cNvPr>
          <p:cNvSpPr txBox="1"/>
          <p:nvPr/>
        </p:nvSpPr>
        <p:spPr>
          <a:xfrm>
            <a:off x="4024" y="6383265"/>
            <a:ext cx="875344" cy="473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sz="2600" b="1" dirty="0">
                <a:latin typeface="Times New Roman"/>
                <a:cs typeface="Times New Roman"/>
              </a:rPr>
              <a:t>2026</a:t>
            </a:r>
            <a:endParaRPr lang="hu-HU" sz="2625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>
            <a:extLst>
              <a:ext uri="{FF2B5EF4-FFF2-40B4-BE49-F238E27FC236}">
                <a16:creationId xmlns:a16="http://schemas.microsoft.com/office/drawing/2014/main" id="{99CD9332-9465-4E87-80DB-AFC53BD11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B77E79A-B767-4B18-968C-19632FD6D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91" y="2263792"/>
            <a:ext cx="7772400" cy="1470025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Runner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6291" y="3506048"/>
            <a:ext cx="6400800" cy="1752600"/>
          </a:xfrm>
        </p:spPr>
        <p:txBody>
          <a:bodyPr>
            <a:normAutofit/>
          </a:bodyPr>
          <a:lstStyle/>
          <a:p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Sci-fi </a:t>
            </a:r>
            <a:r>
              <a: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platformer </a:t>
            </a:r>
            <a:endParaRPr lang="hu-H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5538AA0-9A8E-4A6B-AFC4-8A3C4AFCD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955" y="935201"/>
            <a:ext cx="1811211" cy="158069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FCF03B54-AF2C-4474-B059-D5325E86A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408C823-E17D-44A2-B947-E667A41B9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189608" y="2104008"/>
            <a:ext cx="6533963" cy="1784411"/>
          </a:xfrm>
          <a:solidFill>
            <a:schemeClr val="tx1">
              <a:alpha val="50000"/>
            </a:schemeClr>
          </a:solidFill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Side-scrolling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platformer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Jumping,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platformer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modern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31441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04F9C8CA-8093-43A0-A294-DDB272D8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519C8FD-15D7-47EE-A4D9-33DC02077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643" y="125264"/>
            <a:ext cx="7772400" cy="1470025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story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804" y="5490260"/>
            <a:ext cx="6028078" cy="507467"/>
          </a:xfrm>
        </p:spPr>
        <p:txBody>
          <a:bodyPr>
            <a:noAutofit/>
          </a:bodyPr>
          <a:lstStyle/>
          <a:p>
            <a:pPr algn="l"/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73E1D3-415C-4839-A1D9-4B9B7788D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804" y="1808915"/>
            <a:ext cx="2718876" cy="2151078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D1E5A9D2-29ED-4DCE-ABFB-D6D3961083F2}"/>
              </a:ext>
            </a:extLst>
          </p:cNvPr>
          <p:cNvSpPr txBox="1"/>
          <p:nvPr/>
        </p:nvSpPr>
        <p:spPr>
          <a:xfrm>
            <a:off x="1395804" y="3974631"/>
            <a:ext cx="2730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Protagonist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166DEEEE-D53A-49F4-AF25-441CD4B9D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1349" y="1808915"/>
            <a:ext cx="2676897" cy="215107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E4697DC1-E94C-49F2-AAB0-95C15752752B}"/>
              </a:ext>
            </a:extLst>
          </p:cNvPr>
          <p:cNvSpPr txBox="1"/>
          <p:nvPr/>
        </p:nvSpPr>
        <p:spPr>
          <a:xfrm>
            <a:off x="4518941" y="3983654"/>
            <a:ext cx="3041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ruled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mega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corporation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211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1548" y="309164"/>
            <a:ext cx="4170286" cy="899665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Gameplay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3047" y="1830319"/>
            <a:ext cx="6156439" cy="1752600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Jumping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7470815-1DE8-4F2B-AEBE-AC140290A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542" y="3904726"/>
            <a:ext cx="2100568" cy="245066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8352411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068" y="206701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436" y="5501104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4805A94-41B8-459F-AC5A-D559718C2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94" y="1289452"/>
            <a:ext cx="6315816" cy="334386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529412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264" y="327945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436" y="5563954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36F8530-5AF6-42C7-B3CF-328406CDA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539" y="1443813"/>
            <a:ext cx="6255523" cy="331519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9137166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1966" y="281066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6292" y="5608139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3C7B249-E550-4C60-B68F-5405B5FA7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65" y="1532589"/>
            <a:ext cx="6254759" cy="331479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8859011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157" y="213897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434" y="5484804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In-Game HUD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F350522-41E4-410E-9AAE-F5DE2A39C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434" y="1321603"/>
            <a:ext cx="6193514" cy="327910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7576409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6011" y="132960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436" y="5528603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Pause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F8E49F0-4141-45DC-B32E-C26E5323C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434" y="1807797"/>
            <a:ext cx="6125592" cy="288051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874384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C7163BF-C357-4BB3-96BB-F6810A28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D8DF6-78F5-4001-BFC9-DFAE4ED3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6011" y="132960"/>
            <a:ext cx="5220071" cy="899665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Huds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436" y="5537031"/>
            <a:ext cx="2454677" cy="489104"/>
          </a:xfrm>
        </p:spPr>
        <p:txBody>
          <a:bodyPr>
            <a:normAutofit/>
          </a:bodyPr>
          <a:lstStyle/>
          <a:p>
            <a:pPr algn="l"/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7AFFEC2-CF2A-40FE-98FC-35E6FC776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003" y="1476302"/>
            <a:ext cx="6233011" cy="322886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3161668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ADA684E0-53DA-4835-BADD-DDFBB5B15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0B9AEF3-336F-4F34-B1AB-DC5694AE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12558" y="-151098"/>
            <a:ext cx="7772400" cy="1470025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8486" y="4909026"/>
            <a:ext cx="6400800" cy="135375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Quiet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D469591-9CA7-4969-9AD1-82D8310E8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019" y="1378519"/>
            <a:ext cx="5641759" cy="316865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6303126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ADA684E0-53DA-4835-BADD-DDFBB5B15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0B9AEF3-336F-4F34-B1AB-DC5694AE6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1941" y="-84415"/>
            <a:ext cx="7772400" cy="1470025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Streets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(EX)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265" y="4849081"/>
            <a:ext cx="6400800" cy="138561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more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Street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upside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down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inverted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2535774-FCDE-4C63-B485-3D04FF37C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92" y="1567324"/>
            <a:ext cx="6091547" cy="265844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3530754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66E5FA4D-DB85-47EF-9A07-24A07D9D9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8AC3A94-BDD1-4FBE-8EDC-8626835D7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229559" y="1857655"/>
            <a:ext cx="6054569" cy="1853212"/>
          </a:xfrm>
          <a:solidFill>
            <a:schemeClr val="tx1">
              <a:alpha val="50000"/>
            </a:schemeClr>
          </a:solidFill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 art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atmosphere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870E55C-428D-418E-93B2-D1CE91E8B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82" y="3932808"/>
            <a:ext cx="6700664" cy="265055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78641625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D71C4BF0-BAA5-4946-AEC2-D0560ED27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80DDACA-267A-4AF4-AAAD-67B09C6F2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9949"/>
            <a:ext cx="8229600" cy="1143000"/>
          </a:xfrm>
        </p:spPr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235438" y="1279179"/>
            <a:ext cx="5990987" cy="1794064"/>
          </a:xfrm>
          <a:solidFill>
            <a:schemeClr val="tx1">
              <a:alpha val="50000"/>
            </a:schemeClr>
          </a:solidFill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Godot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GDscript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gamepad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Install Godot Engine on Linux | Flathub">
            <a:extLst>
              <a:ext uri="{FF2B5EF4-FFF2-40B4-BE49-F238E27FC236}">
                <a16:creationId xmlns:a16="http://schemas.microsoft.com/office/drawing/2014/main" id="{A9247CB1-3769-4017-9499-627CE108F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97" y="3752916"/>
            <a:ext cx="2188642" cy="218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8A4D9F8A-E0D8-48AB-AEB9-7E1434D6A6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1465" b="-152"/>
          <a:stretch/>
        </p:blipFill>
        <p:spPr>
          <a:xfrm>
            <a:off x="3345367" y="3249371"/>
            <a:ext cx="4641908" cy="286526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3245543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5D09-0449-379A-9279-5ABAB6D9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95D44C52-9FF3-B79B-14F7-A1A2FD49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57" y="0"/>
            <a:ext cx="724417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9961EE-04D4-C61D-E251-B22A6615B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7A880D-BFC6-EFE4-2BD4-6F0ACBDD5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906" y="654800"/>
            <a:ext cx="6647329" cy="1467923"/>
          </a:xfrm>
        </p:spPr>
        <p:txBody>
          <a:bodyPr>
            <a:normAutofit fontScale="90000"/>
          </a:bodyPr>
          <a:lstStyle/>
          <a:p>
            <a:r>
              <a:rPr lang="hu-HU" sz="4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hu-HU" sz="49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lang="hu-HU" sz="4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hu-HU" sz="49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lang="hu-HU" sz="4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  <a:br>
              <a:rPr lang="hu-HU" b="1" dirty="0">
                <a:solidFill>
                  <a:schemeClr val="bg1"/>
                </a:solidFill>
                <a:latin typeface="Dead Revolver Game" panose="00000400000000000000" pitchFamily="2" charset="0"/>
                <a:cs typeface="Dead Revolver Game" panose="00000400000000000000" pitchFamily="2" charset="0"/>
              </a:rPr>
            </a:br>
            <a:endParaRPr b="1" dirty="0">
              <a:solidFill>
                <a:schemeClr val="bg1"/>
              </a:solidFill>
              <a:latin typeface="Dead Revolver Game" panose="00000400000000000000" pitchFamily="2" charset="0"/>
              <a:cs typeface="Dead Revolver Game" panose="000004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4B15E-6017-B224-A773-15012F793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337" y="2350332"/>
            <a:ext cx="6147785" cy="2003040"/>
          </a:xfrm>
          <a:solidFill>
            <a:schemeClr val="tx1">
              <a:alpha val="50000"/>
            </a:schemeClr>
          </a:solidFill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</a:t>
            </a: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 · CSS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PHP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hu-HU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sz="3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lang="hu-HU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hu-HU" sz="3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hu-HU" sz="3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5686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134D-8EC9-7A01-C233-72D5BC85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0D538C87-CF3D-C972-183A-12ED7FB0B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90" y="0"/>
            <a:ext cx="7253057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3E29D9D-CFFE-C683-14A6-6D3818EF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CCB2D-EFE6-DDA7-D69B-961209474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8727" y="283055"/>
            <a:ext cx="6647329" cy="1467923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endParaRPr lang="hu-HU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9163-7053-58CF-E512-62D609553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180" y="2274192"/>
            <a:ext cx="5807020" cy="841870"/>
          </a:xfrm>
          <a:solidFill>
            <a:schemeClr val="tx1">
              <a:alpha val="50000"/>
            </a:schemeClr>
          </a:solidFill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hu-H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000" dirty="0">
              <a:solidFill>
                <a:schemeClr val="bg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2CF9BAA-35CE-9671-8D0F-28AA7B9E7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180" y="3250949"/>
            <a:ext cx="5988424" cy="256063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4564960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7980-0DF8-4787-FF83-77EFEFF7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E1006361-75D8-8EC6-94A0-C9B92BE3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90" y="0"/>
            <a:ext cx="7253057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C4C2FBC-B77C-315F-698E-2E50CE57A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57760F-BF9E-9C95-A98E-C5EF2415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</a:t>
            </a:r>
            <a:br>
              <a:rPr lang="hu-HU" dirty="0">
                <a:solidFill>
                  <a:schemeClr val="bg1"/>
                </a:solidFill>
              </a:rPr>
            </a:br>
            <a:endParaRPr lang="hu-HU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579EEB-5619-4657-937A-03B5A3663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C780F3E-AF42-26AB-360F-8597E57E6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056" y="1419868"/>
            <a:ext cx="3229891" cy="515126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494283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E02C-2028-28D5-F4CF-E62808F7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FBFE2612-914A-8F37-B05B-F728D590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50" y="0"/>
            <a:ext cx="72155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CD6B563-E28B-31A0-42E2-6D36C0C2E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5C30E7-A546-7324-61CF-BC3A267C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Forum</a:t>
            </a:r>
            <a:endParaRPr lang="hu-HU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9EAAA0F-9739-80C4-E3D8-A43FAC2B3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470" y="1581571"/>
            <a:ext cx="3822366" cy="481922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BA2BCB5-7FD8-4953-9BDE-8BFAE8B13A72}"/>
              </a:ext>
            </a:extLst>
          </p:cNvPr>
          <p:cNvSpPr txBox="1">
            <a:spLocks/>
          </p:cNvSpPr>
          <p:nvPr/>
        </p:nvSpPr>
        <p:spPr>
          <a:xfrm>
            <a:off x="1255909" y="2868833"/>
            <a:ext cx="1947626" cy="1467923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</a:t>
            </a: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9357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2FB4-F666-0AB2-E2BA-2B6B9167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78CD3594-A600-E7F9-60B9-BBBEA8A4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88" y="0"/>
            <a:ext cx="7261934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F150328-1307-CC4C-BA12-EA470C08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E903F3-2B15-9AED-8084-F2C2158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865" y="9970"/>
            <a:ext cx="6647329" cy="1467923"/>
          </a:xfrm>
        </p:spPr>
        <p:txBody>
          <a:bodyPr>
            <a:norm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  <a:endParaRPr lang="hu-HU" b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B5E6B00-B52E-9DE3-DD39-B208A2FA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881" y="1374413"/>
            <a:ext cx="4921188" cy="503910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40968530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E8EA01A3-C893-4CFE-9063-874EACFE4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BE1A770-4CB0-42FA-9287-4A1F3E07D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3252" y="574061"/>
            <a:ext cx="6966752" cy="1470025"/>
          </a:xfrm>
        </p:spPr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CE8074E-AA48-4009-B3F2-5A7A24DB5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592" y="2010795"/>
            <a:ext cx="3934374" cy="378195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5351591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E8EA01A3-C893-4CFE-9063-874EACFE4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4" y="0"/>
            <a:ext cx="7128769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BE1A770-4CB0-42FA-9287-4A1F3E07D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3252" y="574061"/>
            <a:ext cx="6966752" cy="1470025"/>
          </a:xfrm>
        </p:spPr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745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246</Words>
  <Application>Microsoft Office PowerPoint</Application>
  <PresentationFormat>Diavetítés a képernyőre (4:3 oldalarány)</PresentationFormat>
  <Paragraphs>79</Paragraphs>
  <Slides>22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8" baseType="lpstr">
      <vt:lpstr>Arial</vt:lpstr>
      <vt:lpstr>Calibri</vt:lpstr>
      <vt:lpstr>Dead Revolver Game</vt:lpstr>
      <vt:lpstr>Times</vt:lpstr>
      <vt:lpstr>Times New Roman</vt:lpstr>
      <vt:lpstr>Office Theme</vt:lpstr>
      <vt:lpstr>Szoftverfejlesztő és -tesztelő 5 0613 12 03  PROJEKT DOKUMENTÁCIÓ</vt:lpstr>
      <vt:lpstr>Echo Runner</vt:lpstr>
      <vt:lpstr>Game concept</vt:lpstr>
      <vt:lpstr>Game story</vt:lpstr>
      <vt:lpstr>Gameplay</vt:lpstr>
      <vt:lpstr>Menus and Huds</vt:lpstr>
      <vt:lpstr>Menus and Huds</vt:lpstr>
      <vt:lpstr>Menus and Huds</vt:lpstr>
      <vt:lpstr>Menus and Huds</vt:lpstr>
      <vt:lpstr>Menus and Huds</vt:lpstr>
      <vt:lpstr>Menus and Huds</vt:lpstr>
      <vt:lpstr>The Streets</vt:lpstr>
      <vt:lpstr>The Streets (EX)</vt:lpstr>
      <vt:lpstr>Graphics</vt:lpstr>
      <vt:lpstr>Implementation</vt:lpstr>
      <vt:lpstr>Web Presence &amp; Official Website </vt:lpstr>
      <vt:lpstr>Website Structure &amp; Navigation</vt:lpstr>
      <vt:lpstr>User Profile Customization </vt:lpstr>
      <vt:lpstr>Community Forum</vt:lpstr>
      <vt:lpstr>Quiz</vt:lpstr>
      <vt:lpstr>Git Commits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Runner</dc:title>
  <dc:subject/>
  <dc:creator>v</dc:creator>
  <cp:keywords/>
  <dc:description>generated using python-pptx</dc:description>
  <cp:lastModifiedBy>v</cp:lastModifiedBy>
  <cp:revision>102</cp:revision>
  <dcterms:created xsi:type="dcterms:W3CDTF">2013-01-27T09:14:16Z</dcterms:created>
  <dcterms:modified xsi:type="dcterms:W3CDTF">2026-03-27T09:29:53Z</dcterms:modified>
  <cp:category/>
</cp:coreProperties>
</file>